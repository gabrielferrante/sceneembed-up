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30020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5978832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79794403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10779360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1548246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7036726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30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8228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2157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970999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1623532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92324095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9554990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966327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24121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4546216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752106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23187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821741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45145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26901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7059018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846786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809067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38248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3723571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5399742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3690116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7558411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276792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4210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66109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2091554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4147997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167904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39499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5307874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614942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094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9072988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9095050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1760401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6622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8606528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423522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9973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080903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0043742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748598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2645386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775144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90746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26792716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9846801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6163655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183847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62956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2886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6322050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0785387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7578780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6856546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827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8298541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727954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3603465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930557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92384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3446970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4367537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0758559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0472162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448264" name=""/>
          <p:cNvSpPr/>
          <p:nvPr/>
        </p:nvSpPr>
        <p:spPr bwMode="auto">
          <a:xfrm rot="0" flipH="0" flipV="0">
            <a:off x="220404" y="1072962"/>
            <a:ext cx="1606176" cy="2745441"/>
          </a:xfrm>
          <a:prstGeom prst="flowChartAlternateProcess">
            <a:avLst/>
          </a:prstGeom>
          <a:solidFill>
            <a:schemeClr val="accent1">
              <a:alpha val="0"/>
            </a:schemeClr>
          </a:solidFill>
          <a:ln w="380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848823414" name=""/>
          <p:cNvSpPr/>
          <p:nvPr/>
        </p:nvSpPr>
        <p:spPr bwMode="auto">
          <a:xfrm rot="0" flipH="0" flipV="0">
            <a:off x="2168397" y="653676"/>
            <a:ext cx="2249543" cy="1307352"/>
          </a:xfrm>
          <a:prstGeom prst="rect">
            <a:avLst/>
          </a:prstGeom>
          <a:gradFill>
            <a:gsLst>
              <a:gs pos="19000">
                <a:schemeClr val="accent1"/>
              </a:gs>
              <a:gs pos="100000">
                <a:srgbClr val="FFFFFF"/>
              </a:gs>
            </a:gsLst>
            <a:lin ang="0" scaled="1"/>
          </a:gradFill>
          <a:ln w="76199" cap="flat" cmpd="sng" algn="ctr">
            <a:solidFill>
              <a:schemeClr val="accent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b="1">
                <a:solidFill>
                  <a:schemeClr val="tx1"/>
                </a:solidFill>
              </a:rPr>
              <a:t>DINOV3</a:t>
            </a:r>
            <a:endParaRPr/>
          </a:p>
        </p:txBody>
      </p:sp>
      <p:sp>
        <p:nvSpPr>
          <p:cNvPr id="21571270" name=""/>
          <p:cNvSpPr/>
          <p:nvPr/>
        </p:nvSpPr>
        <p:spPr bwMode="auto">
          <a:xfrm rot="0" flipH="0" flipV="0">
            <a:off x="2168397" y="2728632"/>
            <a:ext cx="2249542" cy="1307351"/>
          </a:xfrm>
          <a:prstGeom prst="rect">
            <a:avLst/>
          </a:prstGeom>
          <a:gradFill>
            <a:gsLst>
              <a:gs pos="19000">
                <a:schemeClr val="accent2">
                  <a:lumMod val="60000"/>
                  <a:lumOff val="40000"/>
                </a:schemeClr>
              </a:gs>
              <a:gs pos="100000">
                <a:srgbClr val="FFFFFF"/>
              </a:gs>
            </a:gsLst>
            <a:lin ang="0" scaled="1"/>
          </a:gradFill>
          <a:ln w="76199" cap="flat" cmpd="sng" algn="ctr">
            <a:solidFill>
              <a:schemeClr val="accent2">
                <a:lumMod val="60000"/>
                <a:lumOff val="40000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b="1">
                <a:solidFill>
                  <a:schemeClr val="tx1"/>
                </a:solidFill>
              </a:rPr>
              <a:t>QWEN3 Embeddings</a:t>
            </a:r>
            <a:endParaRPr/>
          </a:p>
        </p:txBody>
      </p:sp>
      <p:sp>
        <p:nvSpPr>
          <p:cNvPr id="472995597" name=""/>
          <p:cNvSpPr/>
          <p:nvPr/>
        </p:nvSpPr>
        <p:spPr bwMode="auto">
          <a:xfrm rot="0" flipH="0" flipV="0">
            <a:off x="5134115" y="972927"/>
            <a:ext cx="662294" cy="668850"/>
          </a:xfrm>
          <a:prstGeom prst="cube">
            <a:avLst>
              <a:gd name="adj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981328613" name=""/>
          <p:cNvSpPr txBox="1"/>
          <p:nvPr/>
        </p:nvSpPr>
        <p:spPr bwMode="auto">
          <a:xfrm rot="0" flipH="0" flipV="0">
            <a:off x="4832232" y="1686349"/>
            <a:ext cx="1266061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/>
              <a:t>Batch, 768</a:t>
            </a:r>
            <a:endParaRPr sz="1200"/>
          </a:p>
        </p:txBody>
      </p:sp>
      <p:sp>
        <p:nvSpPr>
          <p:cNvPr id="1620637840" name=""/>
          <p:cNvSpPr/>
          <p:nvPr/>
        </p:nvSpPr>
        <p:spPr bwMode="auto">
          <a:xfrm rot="0" flipH="0" flipV="0">
            <a:off x="6600264" y="865280"/>
            <a:ext cx="1450413" cy="884145"/>
          </a:xfrm>
          <a:prstGeom prst="rect">
            <a:avLst/>
          </a:prstGeom>
          <a:gradFill>
            <a:gsLst>
              <a:gs pos="3000">
                <a:srgbClr val="FF0000"/>
              </a:gs>
              <a:gs pos="100000">
                <a:srgbClr val="FFFFFF"/>
              </a:gs>
            </a:gsLst>
            <a:lin ang="0" scaled="1"/>
          </a:gradFill>
          <a:ln w="76199" cap="flat" cmpd="sng" algn="ctr">
            <a:solidFill>
              <a:srgbClr val="FF0000">
                <a:alpha val="99999"/>
              </a:srgb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1">
                <a:solidFill>
                  <a:schemeClr val="tx1"/>
                </a:solidFill>
              </a:rPr>
              <a:t>UPSAMPLER</a:t>
            </a:r>
            <a:endParaRPr/>
          </a:p>
        </p:txBody>
      </p:sp>
      <p:sp>
        <p:nvSpPr>
          <p:cNvPr id="1816975608" name=""/>
          <p:cNvSpPr txBox="1"/>
          <p:nvPr/>
        </p:nvSpPr>
        <p:spPr bwMode="auto">
          <a:xfrm rot="0" flipH="0" flipV="0">
            <a:off x="6374676" y="1823689"/>
            <a:ext cx="190159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/>
              <a:t>Batch, 768, 224, 224</a:t>
            </a:r>
            <a:endParaRPr sz="1200"/>
          </a:p>
        </p:txBody>
      </p:sp>
      <p:sp>
        <p:nvSpPr>
          <p:cNvPr id="32748186" name=""/>
          <p:cNvSpPr/>
          <p:nvPr/>
        </p:nvSpPr>
        <p:spPr bwMode="auto">
          <a:xfrm rot="0" flipH="0" flipV="0">
            <a:off x="505220" y="1302547"/>
            <a:ext cx="1097242" cy="1042283"/>
          </a:xfrm>
          <a:prstGeom prst="cube">
            <a:avLst>
              <a:gd name="adj" fmla="val 25000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600"/>
              <a:t>IMG’s</a:t>
            </a:r>
            <a:endParaRPr/>
          </a:p>
        </p:txBody>
      </p:sp>
      <p:sp>
        <p:nvSpPr>
          <p:cNvPr id="726349699" name=""/>
          <p:cNvSpPr/>
          <p:nvPr/>
        </p:nvSpPr>
        <p:spPr bwMode="auto">
          <a:xfrm rot="0" flipH="0" flipV="0">
            <a:off x="506154" y="2451286"/>
            <a:ext cx="1062690" cy="1129925"/>
          </a:xfrm>
          <a:prstGeom prst="cube">
            <a:avLst>
              <a:gd name="adj" fmla="val 25000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600"/>
              <a:t>CPT’s</a:t>
            </a:r>
            <a:endParaRPr/>
          </a:p>
        </p:txBody>
      </p:sp>
      <p:sp>
        <p:nvSpPr>
          <p:cNvPr id="669248532" name=""/>
          <p:cNvSpPr txBox="1"/>
          <p:nvPr/>
        </p:nvSpPr>
        <p:spPr bwMode="auto">
          <a:xfrm rot="0" flipH="0" flipV="0">
            <a:off x="336042" y="3898644"/>
            <a:ext cx="127794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1"/>
              <a:t>INPUT</a:t>
            </a:r>
            <a:endParaRPr sz="1200" b="1"/>
          </a:p>
        </p:txBody>
      </p:sp>
      <p:sp>
        <p:nvSpPr>
          <p:cNvPr id="228813244" name=""/>
          <p:cNvSpPr/>
          <p:nvPr/>
        </p:nvSpPr>
        <p:spPr bwMode="auto">
          <a:xfrm rot="0" flipH="0" flipV="0">
            <a:off x="5134115" y="3094574"/>
            <a:ext cx="662293" cy="668850"/>
          </a:xfrm>
          <a:prstGeom prst="cube">
            <a:avLst>
              <a:gd name="adj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36220831" name=""/>
          <p:cNvSpPr txBox="1"/>
          <p:nvPr/>
        </p:nvSpPr>
        <p:spPr bwMode="auto">
          <a:xfrm rot="0" flipH="0" flipV="0">
            <a:off x="4387681" y="82293"/>
            <a:ext cx="2817457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1"/>
              <a:t>FOWARD PROCESS IN TRAINING</a:t>
            </a:r>
            <a:endParaRPr sz="12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ONLYOFFICE/9.2.1.43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2026-02-17T22:21:32Z</dcterms:modified>
</cp:coreProperties>
</file>